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5790A5-E303-4A19-AFF3-C8398B68654B}" type="doc">
      <dgm:prSet loTypeId="urn:microsoft.com/office/officeart/2005/8/layout/radial5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AF4BF8F-6235-4F2D-9820-48CBB675D443}">
      <dgm:prSet phldrT="[Text]"/>
      <dgm:spPr/>
      <dgm:t>
        <a:bodyPr/>
        <a:lstStyle/>
        <a:p>
          <a:r>
            <a:rPr lang="en-US" dirty="0"/>
            <a:t>ERP</a:t>
          </a:r>
        </a:p>
      </dgm:t>
    </dgm:pt>
    <dgm:pt modelId="{0C6BE342-5D7D-4A94-AFB6-27230C5A8D8E}" type="parTrans" cxnId="{F15EB526-DB1D-4237-A78A-970015599478}">
      <dgm:prSet/>
      <dgm:spPr/>
      <dgm:t>
        <a:bodyPr/>
        <a:lstStyle/>
        <a:p>
          <a:endParaRPr lang="en-US"/>
        </a:p>
      </dgm:t>
    </dgm:pt>
    <dgm:pt modelId="{51B6ECEC-97F5-4DC9-AFB4-AE187E53CF34}" type="sibTrans" cxnId="{F15EB526-DB1D-4237-A78A-970015599478}">
      <dgm:prSet/>
      <dgm:spPr/>
      <dgm:t>
        <a:bodyPr/>
        <a:lstStyle/>
        <a:p>
          <a:endParaRPr lang="en-US"/>
        </a:p>
      </dgm:t>
    </dgm:pt>
    <dgm:pt modelId="{85EFB47B-32DF-4901-9A4B-E4F9A863820D}">
      <dgm:prSet phldrT="[Text]"/>
      <dgm:spPr/>
      <dgm:t>
        <a:bodyPr/>
        <a:lstStyle/>
        <a:p>
          <a:r>
            <a:rPr lang="en-US" dirty="0"/>
            <a:t>Forms</a:t>
          </a:r>
        </a:p>
      </dgm:t>
    </dgm:pt>
    <dgm:pt modelId="{8F22CA9E-1266-4CE2-8F0C-669E3BE010A3}" type="parTrans" cxnId="{58934271-6C05-4DFE-8B09-6C4A13A7266C}">
      <dgm:prSet/>
      <dgm:spPr/>
      <dgm:t>
        <a:bodyPr/>
        <a:lstStyle/>
        <a:p>
          <a:endParaRPr lang="en-US"/>
        </a:p>
      </dgm:t>
    </dgm:pt>
    <dgm:pt modelId="{C7A959C4-7193-4C30-B9C1-172C2BAA91B3}" type="sibTrans" cxnId="{58934271-6C05-4DFE-8B09-6C4A13A7266C}">
      <dgm:prSet/>
      <dgm:spPr/>
      <dgm:t>
        <a:bodyPr/>
        <a:lstStyle/>
        <a:p>
          <a:endParaRPr lang="en-US"/>
        </a:p>
      </dgm:t>
    </dgm:pt>
    <dgm:pt modelId="{5B26EA16-93F2-472C-8ED9-93B97D8CCFC5}">
      <dgm:prSet phldrT="[Text]"/>
      <dgm:spPr/>
      <dgm:t>
        <a:bodyPr/>
        <a:lstStyle/>
        <a:p>
          <a:r>
            <a:rPr lang="en-US" dirty="0"/>
            <a:t>Mobile</a:t>
          </a:r>
        </a:p>
      </dgm:t>
    </dgm:pt>
    <dgm:pt modelId="{B19C20B0-DE83-4206-9FFE-275E43E14DE6}" type="parTrans" cxnId="{44DAA99F-01D6-4488-B896-A0F91E04696E}">
      <dgm:prSet/>
      <dgm:spPr/>
      <dgm:t>
        <a:bodyPr/>
        <a:lstStyle/>
        <a:p>
          <a:endParaRPr lang="en-US"/>
        </a:p>
      </dgm:t>
    </dgm:pt>
    <dgm:pt modelId="{B9478B61-98CC-4669-BE95-C7DDF3844739}" type="sibTrans" cxnId="{44DAA99F-01D6-4488-B896-A0F91E04696E}">
      <dgm:prSet/>
      <dgm:spPr/>
      <dgm:t>
        <a:bodyPr/>
        <a:lstStyle/>
        <a:p>
          <a:endParaRPr lang="en-US"/>
        </a:p>
      </dgm:t>
    </dgm:pt>
    <dgm:pt modelId="{A775A25C-88BA-4404-A288-44434EF0A1CA}">
      <dgm:prSet phldrT="[Text]"/>
      <dgm:spPr/>
      <dgm:t>
        <a:bodyPr/>
        <a:lstStyle/>
        <a:p>
          <a:r>
            <a:rPr lang="en-US" dirty="0"/>
            <a:t>Web</a:t>
          </a:r>
        </a:p>
      </dgm:t>
    </dgm:pt>
    <dgm:pt modelId="{FB4165E7-B251-4810-A135-3EB40B256DBF}" type="parTrans" cxnId="{1656EBE4-EA0F-404F-90AB-A796C451C2FC}">
      <dgm:prSet/>
      <dgm:spPr/>
      <dgm:t>
        <a:bodyPr/>
        <a:lstStyle/>
        <a:p>
          <a:endParaRPr lang="en-US"/>
        </a:p>
      </dgm:t>
    </dgm:pt>
    <dgm:pt modelId="{55F8E4E1-1A65-4B9A-8548-D1E42A898E9A}" type="sibTrans" cxnId="{1656EBE4-EA0F-404F-90AB-A796C451C2FC}">
      <dgm:prSet/>
      <dgm:spPr/>
      <dgm:t>
        <a:bodyPr/>
        <a:lstStyle/>
        <a:p>
          <a:endParaRPr lang="en-US"/>
        </a:p>
      </dgm:t>
    </dgm:pt>
    <dgm:pt modelId="{95B387F4-350A-45FE-B310-5603322A64FB}" type="pres">
      <dgm:prSet presAssocID="{525790A5-E303-4A19-AFF3-C8398B68654B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70C2A16-EDBB-41CA-AE02-B583A24091E6}" type="pres">
      <dgm:prSet presAssocID="{AAF4BF8F-6235-4F2D-9820-48CBB675D443}" presName="centerShape" presStyleLbl="node0" presStyleIdx="0" presStyleCnt="1" custScaleX="144662" custScaleY="139637"/>
      <dgm:spPr/>
    </dgm:pt>
    <dgm:pt modelId="{762C6043-0F01-409B-8606-CC632AD5970C}" type="pres">
      <dgm:prSet presAssocID="{8F22CA9E-1266-4CE2-8F0C-669E3BE010A3}" presName="parTrans" presStyleLbl="sibTrans2D1" presStyleIdx="0" presStyleCnt="3"/>
      <dgm:spPr/>
    </dgm:pt>
    <dgm:pt modelId="{3BCB2D9A-4F2B-43A8-9CB0-3CE7E2CD981E}" type="pres">
      <dgm:prSet presAssocID="{8F22CA9E-1266-4CE2-8F0C-669E3BE010A3}" presName="connectorText" presStyleLbl="sibTrans2D1" presStyleIdx="0" presStyleCnt="3"/>
      <dgm:spPr/>
    </dgm:pt>
    <dgm:pt modelId="{FDAB8070-DEB9-46D7-92C7-EEB568F32EFA}" type="pres">
      <dgm:prSet presAssocID="{85EFB47B-32DF-4901-9A4B-E4F9A863820D}" presName="node" presStyleLbl="node1" presStyleIdx="0" presStyleCnt="3">
        <dgm:presLayoutVars>
          <dgm:bulletEnabled val="1"/>
        </dgm:presLayoutVars>
      </dgm:prSet>
      <dgm:spPr/>
    </dgm:pt>
    <dgm:pt modelId="{27BC2015-27C8-4E12-98C3-C2565188B071}" type="pres">
      <dgm:prSet presAssocID="{B19C20B0-DE83-4206-9FFE-275E43E14DE6}" presName="parTrans" presStyleLbl="sibTrans2D1" presStyleIdx="1" presStyleCnt="3"/>
      <dgm:spPr/>
    </dgm:pt>
    <dgm:pt modelId="{B7BE60BE-7C95-4033-B9D9-049F35E74E92}" type="pres">
      <dgm:prSet presAssocID="{B19C20B0-DE83-4206-9FFE-275E43E14DE6}" presName="connectorText" presStyleLbl="sibTrans2D1" presStyleIdx="1" presStyleCnt="3"/>
      <dgm:spPr/>
    </dgm:pt>
    <dgm:pt modelId="{582A8C14-22BE-4358-A7AB-39D323B8AA9F}" type="pres">
      <dgm:prSet presAssocID="{5B26EA16-93F2-472C-8ED9-93B97D8CCFC5}" presName="node" presStyleLbl="node1" presStyleIdx="1" presStyleCnt="3" custRadScaleRad="112138" custRadScaleInc="12503">
        <dgm:presLayoutVars>
          <dgm:bulletEnabled val="1"/>
        </dgm:presLayoutVars>
      </dgm:prSet>
      <dgm:spPr/>
    </dgm:pt>
    <dgm:pt modelId="{0BB9CA71-EBC3-4EF0-BF81-1439E5C89011}" type="pres">
      <dgm:prSet presAssocID="{FB4165E7-B251-4810-A135-3EB40B256DBF}" presName="parTrans" presStyleLbl="sibTrans2D1" presStyleIdx="2" presStyleCnt="3"/>
      <dgm:spPr/>
    </dgm:pt>
    <dgm:pt modelId="{D2CE46B6-819A-4B31-9BC0-BF75DC082EE7}" type="pres">
      <dgm:prSet presAssocID="{FB4165E7-B251-4810-A135-3EB40B256DBF}" presName="connectorText" presStyleLbl="sibTrans2D1" presStyleIdx="2" presStyleCnt="3"/>
      <dgm:spPr/>
    </dgm:pt>
    <dgm:pt modelId="{F93DCA00-08B7-43DB-A099-CED04B8DB3CA}" type="pres">
      <dgm:prSet presAssocID="{A775A25C-88BA-4404-A288-44434EF0A1CA}" presName="node" presStyleLbl="node1" presStyleIdx="2" presStyleCnt="3" custRadScaleRad="112459" custRadScaleInc="-13505">
        <dgm:presLayoutVars>
          <dgm:bulletEnabled val="1"/>
        </dgm:presLayoutVars>
      </dgm:prSet>
      <dgm:spPr/>
    </dgm:pt>
  </dgm:ptLst>
  <dgm:cxnLst>
    <dgm:cxn modelId="{2BBB2D0D-476C-4A57-AAC4-31C4D478C3AE}" type="presOf" srcId="{8F22CA9E-1266-4CE2-8F0C-669E3BE010A3}" destId="{3BCB2D9A-4F2B-43A8-9CB0-3CE7E2CD981E}" srcOrd="1" destOrd="0" presId="urn:microsoft.com/office/officeart/2005/8/layout/radial5"/>
    <dgm:cxn modelId="{34598E0D-9AFA-4D0E-8243-669CA20AD20C}" type="presOf" srcId="{FB4165E7-B251-4810-A135-3EB40B256DBF}" destId="{0BB9CA71-EBC3-4EF0-BF81-1439E5C89011}" srcOrd="0" destOrd="0" presId="urn:microsoft.com/office/officeart/2005/8/layout/radial5"/>
    <dgm:cxn modelId="{6784F815-0569-4275-9C69-630A8B2D6C38}" type="presOf" srcId="{B19C20B0-DE83-4206-9FFE-275E43E14DE6}" destId="{B7BE60BE-7C95-4033-B9D9-049F35E74E92}" srcOrd="1" destOrd="0" presId="urn:microsoft.com/office/officeart/2005/8/layout/radial5"/>
    <dgm:cxn modelId="{F15EB526-DB1D-4237-A78A-970015599478}" srcId="{525790A5-E303-4A19-AFF3-C8398B68654B}" destId="{AAF4BF8F-6235-4F2D-9820-48CBB675D443}" srcOrd="0" destOrd="0" parTransId="{0C6BE342-5D7D-4A94-AFB6-27230C5A8D8E}" sibTransId="{51B6ECEC-97F5-4DC9-AFB4-AE187E53CF34}"/>
    <dgm:cxn modelId="{F7794B41-654F-4C19-AA57-B573F4D392D5}" type="presOf" srcId="{B19C20B0-DE83-4206-9FFE-275E43E14DE6}" destId="{27BC2015-27C8-4E12-98C3-C2565188B071}" srcOrd="0" destOrd="0" presId="urn:microsoft.com/office/officeart/2005/8/layout/radial5"/>
    <dgm:cxn modelId="{A1656850-CE1B-4A14-A701-8956723011FF}" type="presOf" srcId="{85EFB47B-32DF-4901-9A4B-E4F9A863820D}" destId="{FDAB8070-DEB9-46D7-92C7-EEB568F32EFA}" srcOrd="0" destOrd="0" presId="urn:microsoft.com/office/officeart/2005/8/layout/radial5"/>
    <dgm:cxn modelId="{58934271-6C05-4DFE-8B09-6C4A13A7266C}" srcId="{AAF4BF8F-6235-4F2D-9820-48CBB675D443}" destId="{85EFB47B-32DF-4901-9A4B-E4F9A863820D}" srcOrd="0" destOrd="0" parTransId="{8F22CA9E-1266-4CE2-8F0C-669E3BE010A3}" sibTransId="{C7A959C4-7193-4C30-B9C1-172C2BAA91B3}"/>
    <dgm:cxn modelId="{08A03775-AEAC-43C8-80C7-30626FBE1304}" type="presOf" srcId="{525790A5-E303-4A19-AFF3-C8398B68654B}" destId="{95B387F4-350A-45FE-B310-5603322A64FB}" srcOrd="0" destOrd="0" presId="urn:microsoft.com/office/officeart/2005/8/layout/radial5"/>
    <dgm:cxn modelId="{44DAA99F-01D6-4488-B896-A0F91E04696E}" srcId="{AAF4BF8F-6235-4F2D-9820-48CBB675D443}" destId="{5B26EA16-93F2-472C-8ED9-93B97D8CCFC5}" srcOrd="1" destOrd="0" parTransId="{B19C20B0-DE83-4206-9FFE-275E43E14DE6}" sibTransId="{B9478B61-98CC-4669-BE95-C7DDF3844739}"/>
    <dgm:cxn modelId="{F89A66BE-8C7C-415C-BF85-008FD8648DCB}" type="presOf" srcId="{AAF4BF8F-6235-4F2D-9820-48CBB675D443}" destId="{F70C2A16-EDBB-41CA-AE02-B583A24091E6}" srcOrd="0" destOrd="0" presId="urn:microsoft.com/office/officeart/2005/8/layout/radial5"/>
    <dgm:cxn modelId="{27BC88BE-443E-40CE-A6DA-9AE8E9C726CB}" type="presOf" srcId="{8F22CA9E-1266-4CE2-8F0C-669E3BE010A3}" destId="{762C6043-0F01-409B-8606-CC632AD5970C}" srcOrd="0" destOrd="0" presId="urn:microsoft.com/office/officeart/2005/8/layout/radial5"/>
    <dgm:cxn modelId="{21F7BEBE-07FC-4ABC-8889-60CB8F818AD4}" type="presOf" srcId="{5B26EA16-93F2-472C-8ED9-93B97D8CCFC5}" destId="{582A8C14-22BE-4358-A7AB-39D323B8AA9F}" srcOrd="0" destOrd="0" presId="urn:microsoft.com/office/officeart/2005/8/layout/radial5"/>
    <dgm:cxn modelId="{1656EBE4-EA0F-404F-90AB-A796C451C2FC}" srcId="{AAF4BF8F-6235-4F2D-9820-48CBB675D443}" destId="{A775A25C-88BA-4404-A288-44434EF0A1CA}" srcOrd="2" destOrd="0" parTransId="{FB4165E7-B251-4810-A135-3EB40B256DBF}" sibTransId="{55F8E4E1-1A65-4B9A-8548-D1E42A898E9A}"/>
    <dgm:cxn modelId="{266A92EE-8277-4526-9A4D-3F95676063A5}" type="presOf" srcId="{FB4165E7-B251-4810-A135-3EB40B256DBF}" destId="{D2CE46B6-819A-4B31-9BC0-BF75DC082EE7}" srcOrd="1" destOrd="0" presId="urn:microsoft.com/office/officeart/2005/8/layout/radial5"/>
    <dgm:cxn modelId="{236652F7-855C-48D1-A861-351BC36B9595}" type="presOf" srcId="{A775A25C-88BA-4404-A288-44434EF0A1CA}" destId="{F93DCA00-08B7-43DB-A099-CED04B8DB3CA}" srcOrd="0" destOrd="0" presId="urn:microsoft.com/office/officeart/2005/8/layout/radial5"/>
    <dgm:cxn modelId="{17E88486-B73E-4B47-A6E7-00CA28041FEA}" type="presParOf" srcId="{95B387F4-350A-45FE-B310-5603322A64FB}" destId="{F70C2A16-EDBB-41CA-AE02-B583A24091E6}" srcOrd="0" destOrd="0" presId="urn:microsoft.com/office/officeart/2005/8/layout/radial5"/>
    <dgm:cxn modelId="{50A34115-41E3-4922-B853-207580DBB355}" type="presParOf" srcId="{95B387F4-350A-45FE-B310-5603322A64FB}" destId="{762C6043-0F01-409B-8606-CC632AD5970C}" srcOrd="1" destOrd="0" presId="urn:microsoft.com/office/officeart/2005/8/layout/radial5"/>
    <dgm:cxn modelId="{ADB8FE78-D6CB-486C-980E-54DE2F9C769F}" type="presParOf" srcId="{762C6043-0F01-409B-8606-CC632AD5970C}" destId="{3BCB2D9A-4F2B-43A8-9CB0-3CE7E2CD981E}" srcOrd="0" destOrd="0" presId="urn:microsoft.com/office/officeart/2005/8/layout/radial5"/>
    <dgm:cxn modelId="{83C251FF-B01B-403D-8C2D-896CD1A3EDF3}" type="presParOf" srcId="{95B387F4-350A-45FE-B310-5603322A64FB}" destId="{FDAB8070-DEB9-46D7-92C7-EEB568F32EFA}" srcOrd="2" destOrd="0" presId="urn:microsoft.com/office/officeart/2005/8/layout/radial5"/>
    <dgm:cxn modelId="{B8CDF462-CF11-48F7-9325-A51106391227}" type="presParOf" srcId="{95B387F4-350A-45FE-B310-5603322A64FB}" destId="{27BC2015-27C8-4E12-98C3-C2565188B071}" srcOrd="3" destOrd="0" presId="urn:microsoft.com/office/officeart/2005/8/layout/radial5"/>
    <dgm:cxn modelId="{BC9E505B-4CC0-4EC9-8ECF-38AC1C1E6614}" type="presParOf" srcId="{27BC2015-27C8-4E12-98C3-C2565188B071}" destId="{B7BE60BE-7C95-4033-B9D9-049F35E74E92}" srcOrd="0" destOrd="0" presId="urn:microsoft.com/office/officeart/2005/8/layout/radial5"/>
    <dgm:cxn modelId="{7F0AFFED-80B4-4974-8DFE-290BDD8D4F5E}" type="presParOf" srcId="{95B387F4-350A-45FE-B310-5603322A64FB}" destId="{582A8C14-22BE-4358-A7AB-39D323B8AA9F}" srcOrd="4" destOrd="0" presId="urn:microsoft.com/office/officeart/2005/8/layout/radial5"/>
    <dgm:cxn modelId="{04F99AFB-2E31-4A81-A707-B084927C4407}" type="presParOf" srcId="{95B387F4-350A-45FE-B310-5603322A64FB}" destId="{0BB9CA71-EBC3-4EF0-BF81-1439E5C89011}" srcOrd="5" destOrd="0" presId="urn:microsoft.com/office/officeart/2005/8/layout/radial5"/>
    <dgm:cxn modelId="{5769B58C-961A-4FB6-9AF1-A1307AC89BAC}" type="presParOf" srcId="{0BB9CA71-EBC3-4EF0-BF81-1439E5C89011}" destId="{D2CE46B6-819A-4B31-9BC0-BF75DC082EE7}" srcOrd="0" destOrd="0" presId="urn:microsoft.com/office/officeart/2005/8/layout/radial5"/>
    <dgm:cxn modelId="{ECBF0813-310C-4A35-AAAC-94BAB03FB86B}" type="presParOf" srcId="{95B387F4-350A-45FE-B310-5603322A64FB}" destId="{F93DCA00-08B7-43DB-A099-CED04B8DB3CA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4320B6-3E6C-401B-A131-C751843E7ACC}" type="doc">
      <dgm:prSet loTypeId="urn:microsoft.com/office/officeart/2005/8/layout/architecture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60F32F-FC11-4872-B0A1-9B55E8CFC012}">
      <dgm:prSet phldrT="[Text]" custT="1"/>
      <dgm:spPr/>
      <dgm:t>
        <a:bodyPr/>
        <a:lstStyle/>
        <a:p>
          <a:r>
            <a:rPr lang="en-US" sz="1600" dirty="0"/>
            <a:t>Finance &amp; Accounting</a:t>
          </a:r>
        </a:p>
      </dgm:t>
    </dgm:pt>
    <dgm:pt modelId="{8DC812D0-E58B-44AF-ADA0-933009716436}" type="parTrans" cxnId="{E1F91413-6CDD-47B8-954B-C03DE5B7546E}">
      <dgm:prSet/>
      <dgm:spPr/>
      <dgm:t>
        <a:bodyPr/>
        <a:lstStyle/>
        <a:p>
          <a:endParaRPr lang="en-US" sz="1600"/>
        </a:p>
      </dgm:t>
    </dgm:pt>
    <dgm:pt modelId="{A49348BD-71C3-4BED-B566-39B2A1DBEB43}" type="sibTrans" cxnId="{E1F91413-6CDD-47B8-954B-C03DE5B7546E}">
      <dgm:prSet/>
      <dgm:spPr/>
      <dgm:t>
        <a:bodyPr/>
        <a:lstStyle/>
        <a:p>
          <a:endParaRPr lang="en-US" sz="1600"/>
        </a:p>
      </dgm:t>
    </dgm:pt>
    <dgm:pt modelId="{D2194203-155B-4218-82AA-98F67DDDBCC8}">
      <dgm:prSet phldrT="[Text]" custT="1"/>
      <dgm:spPr/>
      <dgm:t>
        <a:bodyPr/>
        <a:lstStyle/>
        <a:p>
          <a:r>
            <a:rPr lang="en-US" sz="1400" dirty="0"/>
            <a:t>Human Resources</a:t>
          </a:r>
        </a:p>
      </dgm:t>
    </dgm:pt>
    <dgm:pt modelId="{A01D4C63-E66C-4F5F-A62D-96AE87A0BB4F}" type="parTrans" cxnId="{2CF0CD4A-BB94-4169-BBA2-60FAEE3F6DB5}">
      <dgm:prSet/>
      <dgm:spPr/>
      <dgm:t>
        <a:bodyPr/>
        <a:lstStyle/>
        <a:p>
          <a:endParaRPr lang="en-US" sz="1600"/>
        </a:p>
      </dgm:t>
    </dgm:pt>
    <dgm:pt modelId="{45112A39-5B14-40C1-8C8F-9EE51DBBB185}" type="sibTrans" cxnId="{2CF0CD4A-BB94-4169-BBA2-60FAEE3F6DB5}">
      <dgm:prSet/>
      <dgm:spPr/>
      <dgm:t>
        <a:bodyPr/>
        <a:lstStyle/>
        <a:p>
          <a:endParaRPr lang="en-US" sz="1600"/>
        </a:p>
      </dgm:t>
    </dgm:pt>
    <dgm:pt modelId="{371890CF-2245-45DC-BB36-E7117BC3A529}">
      <dgm:prSet phldrT="[Text]" custT="1"/>
      <dgm:spPr/>
      <dgm:t>
        <a:bodyPr/>
        <a:lstStyle/>
        <a:p>
          <a:r>
            <a:rPr lang="en-US" sz="900" dirty="0"/>
            <a:t>Purchase</a:t>
          </a:r>
        </a:p>
      </dgm:t>
    </dgm:pt>
    <dgm:pt modelId="{8DCF5ABD-BBA7-470A-8852-EBB3364C99D3}" type="parTrans" cxnId="{88250DC2-0A39-4DF8-9455-3830D8126C3E}">
      <dgm:prSet/>
      <dgm:spPr/>
      <dgm:t>
        <a:bodyPr/>
        <a:lstStyle/>
        <a:p>
          <a:endParaRPr lang="en-US" sz="1600"/>
        </a:p>
      </dgm:t>
    </dgm:pt>
    <dgm:pt modelId="{C65F8295-5BD9-4D2B-843B-6F17BB16E8E7}" type="sibTrans" cxnId="{88250DC2-0A39-4DF8-9455-3830D8126C3E}">
      <dgm:prSet/>
      <dgm:spPr/>
      <dgm:t>
        <a:bodyPr/>
        <a:lstStyle/>
        <a:p>
          <a:endParaRPr lang="en-US" sz="1600"/>
        </a:p>
      </dgm:t>
    </dgm:pt>
    <dgm:pt modelId="{0BADBA7A-CAEA-41D6-BFC0-7CA3531BF88F}">
      <dgm:prSet phldrT="[Text]" custT="1"/>
      <dgm:spPr/>
      <dgm:t>
        <a:bodyPr/>
        <a:lstStyle/>
        <a:p>
          <a:r>
            <a:rPr lang="en-US" sz="900" dirty="0"/>
            <a:t>Contract</a:t>
          </a:r>
        </a:p>
      </dgm:t>
    </dgm:pt>
    <dgm:pt modelId="{E9343877-D093-4AD4-94F7-1231DEF4F4DB}" type="parTrans" cxnId="{B8D2D996-3BF7-40EF-9DB2-EF2D584B85DB}">
      <dgm:prSet/>
      <dgm:spPr/>
      <dgm:t>
        <a:bodyPr/>
        <a:lstStyle/>
        <a:p>
          <a:endParaRPr lang="en-US" sz="1600"/>
        </a:p>
      </dgm:t>
    </dgm:pt>
    <dgm:pt modelId="{D376B84D-D6AF-4C36-AAF0-F190B9D4C612}" type="sibTrans" cxnId="{B8D2D996-3BF7-40EF-9DB2-EF2D584B85DB}">
      <dgm:prSet/>
      <dgm:spPr/>
      <dgm:t>
        <a:bodyPr/>
        <a:lstStyle/>
        <a:p>
          <a:endParaRPr lang="en-US" sz="1600"/>
        </a:p>
      </dgm:t>
    </dgm:pt>
    <dgm:pt modelId="{BB623955-77EE-45CA-AA38-EDE4716F55C4}">
      <dgm:prSet phldrT="[Text]" custT="1"/>
      <dgm:spPr/>
      <dgm:t>
        <a:bodyPr/>
        <a:lstStyle/>
        <a:p>
          <a:r>
            <a:rPr lang="en-US" sz="900" dirty="0"/>
            <a:t>Training</a:t>
          </a:r>
        </a:p>
      </dgm:t>
    </dgm:pt>
    <dgm:pt modelId="{9DCC93A0-AF6E-4B1D-B112-D60D39D96182}" type="parTrans" cxnId="{C7399824-F41A-493B-9DA0-A64CEBCFF423}">
      <dgm:prSet/>
      <dgm:spPr/>
      <dgm:t>
        <a:bodyPr/>
        <a:lstStyle/>
        <a:p>
          <a:endParaRPr lang="en-US" sz="1600"/>
        </a:p>
      </dgm:t>
    </dgm:pt>
    <dgm:pt modelId="{64248C25-2654-46C2-B9F1-728DC0F1B4B6}" type="sibTrans" cxnId="{C7399824-F41A-493B-9DA0-A64CEBCFF423}">
      <dgm:prSet/>
      <dgm:spPr/>
      <dgm:t>
        <a:bodyPr/>
        <a:lstStyle/>
        <a:p>
          <a:endParaRPr lang="en-US" sz="1600"/>
        </a:p>
      </dgm:t>
    </dgm:pt>
    <dgm:pt modelId="{9B0B8E6C-E839-4CFC-98D9-E808AB5207C7}">
      <dgm:prSet phldrT="[Text]" custT="1"/>
      <dgm:spPr/>
      <dgm:t>
        <a:bodyPr/>
        <a:lstStyle/>
        <a:p>
          <a:r>
            <a:rPr lang="en-US" sz="900" dirty="0"/>
            <a:t>Supply Chain</a:t>
          </a:r>
        </a:p>
      </dgm:t>
    </dgm:pt>
    <dgm:pt modelId="{D8A16C95-F32C-4E27-A366-C82DDBE3438B}" type="parTrans" cxnId="{B66651A5-8310-4361-8728-FCF47B81C98E}">
      <dgm:prSet/>
      <dgm:spPr/>
      <dgm:t>
        <a:bodyPr/>
        <a:lstStyle/>
        <a:p>
          <a:endParaRPr lang="en-US" sz="1600"/>
        </a:p>
      </dgm:t>
    </dgm:pt>
    <dgm:pt modelId="{232711BF-EFAC-4520-84C0-F7184F139E71}" type="sibTrans" cxnId="{B66651A5-8310-4361-8728-FCF47B81C98E}">
      <dgm:prSet/>
      <dgm:spPr/>
      <dgm:t>
        <a:bodyPr/>
        <a:lstStyle/>
        <a:p>
          <a:endParaRPr lang="en-US" sz="1600"/>
        </a:p>
      </dgm:t>
    </dgm:pt>
    <dgm:pt modelId="{E4487CE5-E122-49CF-A242-0058EAB07396}">
      <dgm:prSet phldrT="[Text]" custT="1"/>
      <dgm:spPr/>
      <dgm:t>
        <a:bodyPr/>
        <a:lstStyle/>
        <a:p>
          <a:r>
            <a:rPr lang="en-US" sz="900" dirty="0"/>
            <a:t>Inventory</a:t>
          </a:r>
        </a:p>
      </dgm:t>
    </dgm:pt>
    <dgm:pt modelId="{8CEF8DB1-5F0D-47BB-BEDB-90151815B1BB}" type="sibTrans" cxnId="{141AF3C3-4058-461D-82C4-179470FD5526}">
      <dgm:prSet/>
      <dgm:spPr/>
      <dgm:t>
        <a:bodyPr/>
        <a:lstStyle/>
        <a:p>
          <a:endParaRPr lang="en-US" sz="1600"/>
        </a:p>
      </dgm:t>
    </dgm:pt>
    <dgm:pt modelId="{9F21313E-DA92-4646-A8A9-104658A6792A}" type="parTrans" cxnId="{141AF3C3-4058-461D-82C4-179470FD5526}">
      <dgm:prSet/>
      <dgm:spPr/>
      <dgm:t>
        <a:bodyPr/>
        <a:lstStyle/>
        <a:p>
          <a:endParaRPr lang="en-US" sz="1600"/>
        </a:p>
      </dgm:t>
    </dgm:pt>
    <dgm:pt modelId="{B9BC5470-80AE-4EA1-8C50-A4DBD26289B2}">
      <dgm:prSet phldrT="[Text]" custT="1"/>
      <dgm:spPr/>
      <dgm:t>
        <a:bodyPr/>
        <a:lstStyle/>
        <a:p>
          <a:r>
            <a:rPr lang="en-US" sz="1800" dirty="0"/>
            <a:t>Payroll</a:t>
          </a:r>
        </a:p>
      </dgm:t>
    </dgm:pt>
    <dgm:pt modelId="{0C05C348-89E3-48B0-8FDA-716C4AC9BDF5}" type="sibTrans" cxnId="{1666B945-D882-488F-8F96-D951B1856D88}">
      <dgm:prSet/>
      <dgm:spPr/>
      <dgm:t>
        <a:bodyPr/>
        <a:lstStyle/>
        <a:p>
          <a:endParaRPr lang="en-US" sz="1600"/>
        </a:p>
      </dgm:t>
    </dgm:pt>
    <dgm:pt modelId="{DC08E9FC-DD38-4681-AD9D-012D02CB837A}" type="parTrans" cxnId="{1666B945-D882-488F-8F96-D951B1856D88}">
      <dgm:prSet/>
      <dgm:spPr/>
      <dgm:t>
        <a:bodyPr/>
        <a:lstStyle/>
        <a:p>
          <a:endParaRPr lang="en-US" sz="1600"/>
        </a:p>
      </dgm:t>
    </dgm:pt>
    <dgm:pt modelId="{D99B1B8B-27B3-4446-8BE1-BF1DC728300D}">
      <dgm:prSet phldrT="[Text]" custT="1"/>
      <dgm:spPr/>
      <dgm:t>
        <a:bodyPr vert="vert270"/>
        <a:lstStyle/>
        <a:p>
          <a:r>
            <a:rPr lang="en-US" sz="1400" dirty="0"/>
            <a:t>Project Services Resource Management</a:t>
          </a:r>
        </a:p>
      </dgm:t>
    </dgm:pt>
    <dgm:pt modelId="{BB64C9D8-6510-4750-9B1A-AA7C02DAA482}" type="parTrans" cxnId="{93607680-B08B-4058-9E52-126E62D8F4D3}">
      <dgm:prSet/>
      <dgm:spPr/>
      <dgm:t>
        <a:bodyPr/>
        <a:lstStyle/>
        <a:p>
          <a:endParaRPr lang="en-US" sz="1600"/>
        </a:p>
      </dgm:t>
    </dgm:pt>
    <dgm:pt modelId="{0B92AC8F-D311-4949-A88C-852629AD0ADE}" type="sibTrans" cxnId="{93607680-B08B-4058-9E52-126E62D8F4D3}">
      <dgm:prSet/>
      <dgm:spPr/>
      <dgm:t>
        <a:bodyPr/>
        <a:lstStyle/>
        <a:p>
          <a:endParaRPr lang="en-US" sz="1600"/>
        </a:p>
      </dgm:t>
    </dgm:pt>
    <dgm:pt modelId="{1067BCAA-2796-4E7A-8FC2-481FEB2B88EA}" type="pres">
      <dgm:prSet presAssocID="{774320B6-3E6C-401B-A131-C751843E7AC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51B970-F96C-46DD-AAA8-BFCCEC6436E4}" type="pres">
      <dgm:prSet presAssocID="{D260F32F-FC11-4872-B0A1-9B55E8CFC012}" presName="vertOne" presStyleCnt="0"/>
      <dgm:spPr/>
    </dgm:pt>
    <dgm:pt modelId="{371024D8-74BF-43DB-B8A2-0573EDF9FB5C}" type="pres">
      <dgm:prSet presAssocID="{D260F32F-FC11-4872-B0A1-9B55E8CFC012}" presName="txOne" presStyleLbl="node0" presStyleIdx="0" presStyleCnt="2">
        <dgm:presLayoutVars>
          <dgm:chPref val="3"/>
        </dgm:presLayoutVars>
      </dgm:prSet>
      <dgm:spPr/>
    </dgm:pt>
    <dgm:pt modelId="{3456CA59-2700-4A44-9907-475084A2E262}" type="pres">
      <dgm:prSet presAssocID="{D260F32F-FC11-4872-B0A1-9B55E8CFC012}" presName="parTransOne" presStyleCnt="0"/>
      <dgm:spPr/>
    </dgm:pt>
    <dgm:pt modelId="{76C73050-FBE3-4A72-844D-CFE34E0B872F}" type="pres">
      <dgm:prSet presAssocID="{D260F32F-FC11-4872-B0A1-9B55E8CFC012}" presName="horzOne" presStyleCnt="0"/>
      <dgm:spPr/>
    </dgm:pt>
    <dgm:pt modelId="{DD5C9118-594F-4C13-9948-B348DFACAC33}" type="pres">
      <dgm:prSet presAssocID="{D2194203-155B-4218-82AA-98F67DDDBCC8}" presName="vertTwo" presStyleCnt="0"/>
      <dgm:spPr/>
    </dgm:pt>
    <dgm:pt modelId="{41D44763-3872-4D80-ABD4-E50E2A0B11E4}" type="pres">
      <dgm:prSet presAssocID="{D2194203-155B-4218-82AA-98F67DDDBCC8}" presName="txTwo" presStyleLbl="node2" presStyleIdx="0" presStyleCnt="2">
        <dgm:presLayoutVars>
          <dgm:chPref val="3"/>
        </dgm:presLayoutVars>
      </dgm:prSet>
      <dgm:spPr/>
    </dgm:pt>
    <dgm:pt modelId="{46AEBF23-E9FD-4460-8327-D9CBCB147E85}" type="pres">
      <dgm:prSet presAssocID="{D2194203-155B-4218-82AA-98F67DDDBCC8}" presName="parTransTwo" presStyleCnt="0"/>
      <dgm:spPr/>
    </dgm:pt>
    <dgm:pt modelId="{5A52896D-B55D-4878-9C00-CC6049751918}" type="pres">
      <dgm:prSet presAssocID="{D2194203-155B-4218-82AA-98F67DDDBCC8}" presName="horzTwo" presStyleCnt="0"/>
      <dgm:spPr/>
    </dgm:pt>
    <dgm:pt modelId="{9D20AFA4-8638-4D93-A912-B156C2A8DAD7}" type="pres">
      <dgm:prSet presAssocID="{E4487CE5-E122-49CF-A242-0058EAB07396}" presName="vertThree" presStyleCnt="0"/>
      <dgm:spPr/>
    </dgm:pt>
    <dgm:pt modelId="{E7463D7B-4E60-405D-8D81-6E1F8B15FEAA}" type="pres">
      <dgm:prSet presAssocID="{E4487CE5-E122-49CF-A242-0058EAB07396}" presName="txThree" presStyleLbl="node3" presStyleIdx="0" presStyleCnt="5">
        <dgm:presLayoutVars>
          <dgm:chPref val="3"/>
        </dgm:presLayoutVars>
      </dgm:prSet>
      <dgm:spPr/>
    </dgm:pt>
    <dgm:pt modelId="{10A3A6E4-5A07-495A-A1B2-58BDD7C6D9AB}" type="pres">
      <dgm:prSet presAssocID="{E4487CE5-E122-49CF-A242-0058EAB07396}" presName="horzThree" presStyleCnt="0"/>
      <dgm:spPr/>
    </dgm:pt>
    <dgm:pt modelId="{23A60788-CD5E-4849-83AF-D561CD0F739C}" type="pres">
      <dgm:prSet presAssocID="{8CEF8DB1-5F0D-47BB-BEDB-90151815B1BB}" presName="sibSpaceThree" presStyleCnt="0"/>
      <dgm:spPr/>
    </dgm:pt>
    <dgm:pt modelId="{3DD5ACC7-4074-4442-AE62-0E994F2A1FBE}" type="pres">
      <dgm:prSet presAssocID="{371890CF-2245-45DC-BB36-E7117BC3A529}" presName="vertThree" presStyleCnt="0"/>
      <dgm:spPr/>
    </dgm:pt>
    <dgm:pt modelId="{E4B90D1B-7707-431D-96BB-D2E400E36BC5}" type="pres">
      <dgm:prSet presAssocID="{371890CF-2245-45DC-BB36-E7117BC3A529}" presName="txThree" presStyleLbl="node3" presStyleIdx="1" presStyleCnt="5">
        <dgm:presLayoutVars>
          <dgm:chPref val="3"/>
        </dgm:presLayoutVars>
      </dgm:prSet>
      <dgm:spPr/>
    </dgm:pt>
    <dgm:pt modelId="{6EBF4A06-8592-4359-B1DC-22D9AE3ABB65}" type="pres">
      <dgm:prSet presAssocID="{371890CF-2245-45DC-BB36-E7117BC3A529}" presName="horzThree" presStyleCnt="0"/>
      <dgm:spPr/>
    </dgm:pt>
    <dgm:pt modelId="{C89150B0-C197-4CBF-A65E-8C4E8FB4968B}" type="pres">
      <dgm:prSet presAssocID="{45112A39-5B14-40C1-8C8F-9EE51DBBB185}" presName="sibSpaceTwo" presStyleCnt="0"/>
      <dgm:spPr/>
    </dgm:pt>
    <dgm:pt modelId="{1387EF7B-194D-4137-9574-C78658AB7093}" type="pres">
      <dgm:prSet presAssocID="{B9BC5470-80AE-4EA1-8C50-A4DBD26289B2}" presName="vertTwo" presStyleCnt="0"/>
      <dgm:spPr/>
    </dgm:pt>
    <dgm:pt modelId="{C6713F13-E1E6-4E05-9E72-84AFDDD0779F}" type="pres">
      <dgm:prSet presAssocID="{B9BC5470-80AE-4EA1-8C50-A4DBD26289B2}" presName="txTwo" presStyleLbl="node2" presStyleIdx="1" presStyleCnt="2">
        <dgm:presLayoutVars>
          <dgm:chPref val="3"/>
        </dgm:presLayoutVars>
      </dgm:prSet>
      <dgm:spPr/>
    </dgm:pt>
    <dgm:pt modelId="{AB4B71DF-978E-4049-95B7-63B0AA95037F}" type="pres">
      <dgm:prSet presAssocID="{B9BC5470-80AE-4EA1-8C50-A4DBD26289B2}" presName="parTransTwo" presStyleCnt="0"/>
      <dgm:spPr/>
    </dgm:pt>
    <dgm:pt modelId="{D8C3548F-10B4-4FFF-A48D-04A8EC03DDA7}" type="pres">
      <dgm:prSet presAssocID="{B9BC5470-80AE-4EA1-8C50-A4DBD26289B2}" presName="horzTwo" presStyleCnt="0"/>
      <dgm:spPr/>
    </dgm:pt>
    <dgm:pt modelId="{9A21E0FA-CAB3-4383-9465-F2CB153459CA}" type="pres">
      <dgm:prSet presAssocID="{0BADBA7A-CAEA-41D6-BFC0-7CA3531BF88F}" presName="vertThree" presStyleCnt="0"/>
      <dgm:spPr/>
    </dgm:pt>
    <dgm:pt modelId="{BB7C2626-9FCD-4D13-AD7C-4A039BB992D5}" type="pres">
      <dgm:prSet presAssocID="{0BADBA7A-CAEA-41D6-BFC0-7CA3531BF88F}" presName="txThree" presStyleLbl="node3" presStyleIdx="2" presStyleCnt="5">
        <dgm:presLayoutVars>
          <dgm:chPref val="3"/>
        </dgm:presLayoutVars>
      </dgm:prSet>
      <dgm:spPr/>
    </dgm:pt>
    <dgm:pt modelId="{CFB67CD4-4AD2-4621-85E7-AD028F7645FC}" type="pres">
      <dgm:prSet presAssocID="{0BADBA7A-CAEA-41D6-BFC0-7CA3531BF88F}" presName="horzThree" presStyleCnt="0"/>
      <dgm:spPr/>
    </dgm:pt>
    <dgm:pt modelId="{21A389D1-BEA5-4E6F-A203-03CD7084D11F}" type="pres">
      <dgm:prSet presAssocID="{D376B84D-D6AF-4C36-AAF0-F190B9D4C612}" presName="sibSpaceThree" presStyleCnt="0"/>
      <dgm:spPr/>
    </dgm:pt>
    <dgm:pt modelId="{9915C122-8E1E-456F-81BF-301A114123BA}" type="pres">
      <dgm:prSet presAssocID="{BB623955-77EE-45CA-AA38-EDE4716F55C4}" presName="vertThree" presStyleCnt="0"/>
      <dgm:spPr/>
    </dgm:pt>
    <dgm:pt modelId="{7CC5499C-953A-490A-BAF4-C7196CB64485}" type="pres">
      <dgm:prSet presAssocID="{BB623955-77EE-45CA-AA38-EDE4716F55C4}" presName="txThree" presStyleLbl="node3" presStyleIdx="3" presStyleCnt="5">
        <dgm:presLayoutVars>
          <dgm:chPref val="3"/>
        </dgm:presLayoutVars>
      </dgm:prSet>
      <dgm:spPr/>
    </dgm:pt>
    <dgm:pt modelId="{10924890-BD33-425F-8A86-CB6885ED4621}" type="pres">
      <dgm:prSet presAssocID="{BB623955-77EE-45CA-AA38-EDE4716F55C4}" presName="horzThree" presStyleCnt="0"/>
      <dgm:spPr/>
    </dgm:pt>
    <dgm:pt modelId="{C9A00DD3-74EF-45CD-B853-4C3DADED158E}" type="pres">
      <dgm:prSet presAssocID="{64248C25-2654-46C2-B9F1-728DC0F1B4B6}" presName="sibSpaceThree" presStyleCnt="0"/>
      <dgm:spPr/>
    </dgm:pt>
    <dgm:pt modelId="{0406BD58-7804-486C-BC5A-A77841C334E7}" type="pres">
      <dgm:prSet presAssocID="{9B0B8E6C-E839-4CFC-98D9-E808AB5207C7}" presName="vertThree" presStyleCnt="0"/>
      <dgm:spPr/>
    </dgm:pt>
    <dgm:pt modelId="{77444563-34D7-46A8-9940-F0642D3F7D49}" type="pres">
      <dgm:prSet presAssocID="{9B0B8E6C-E839-4CFC-98D9-E808AB5207C7}" presName="txThree" presStyleLbl="node3" presStyleIdx="4" presStyleCnt="5">
        <dgm:presLayoutVars>
          <dgm:chPref val="3"/>
        </dgm:presLayoutVars>
      </dgm:prSet>
      <dgm:spPr/>
    </dgm:pt>
    <dgm:pt modelId="{B62DA98B-E908-4BDF-A5C6-A328703B0008}" type="pres">
      <dgm:prSet presAssocID="{9B0B8E6C-E839-4CFC-98D9-E808AB5207C7}" presName="horzThree" presStyleCnt="0"/>
      <dgm:spPr/>
    </dgm:pt>
    <dgm:pt modelId="{B9AAA344-48BD-4C74-B465-20A47850030B}" type="pres">
      <dgm:prSet presAssocID="{A49348BD-71C3-4BED-B566-39B2A1DBEB43}" presName="sibSpaceOne" presStyleCnt="0"/>
      <dgm:spPr/>
    </dgm:pt>
    <dgm:pt modelId="{137BEA11-B1E2-41E8-ADCB-ADB1DDB6439B}" type="pres">
      <dgm:prSet presAssocID="{D99B1B8B-27B3-4446-8BE1-BF1DC728300D}" presName="vertOne" presStyleCnt="0"/>
      <dgm:spPr/>
    </dgm:pt>
    <dgm:pt modelId="{CB7CF914-67BB-420E-83F7-AB010DD51347}" type="pres">
      <dgm:prSet presAssocID="{D99B1B8B-27B3-4446-8BE1-BF1DC728300D}" presName="txOne" presStyleLbl="node0" presStyleIdx="1" presStyleCnt="2" custScaleX="117462" custScaleY="317252">
        <dgm:presLayoutVars>
          <dgm:chPref val="3"/>
        </dgm:presLayoutVars>
      </dgm:prSet>
      <dgm:spPr/>
    </dgm:pt>
    <dgm:pt modelId="{56780CF8-8C9A-4A2B-AAF2-BCA3BA253EF4}" type="pres">
      <dgm:prSet presAssocID="{D99B1B8B-27B3-4446-8BE1-BF1DC728300D}" presName="horzOne" presStyleCnt="0"/>
      <dgm:spPr/>
    </dgm:pt>
  </dgm:ptLst>
  <dgm:cxnLst>
    <dgm:cxn modelId="{148D3402-2E9B-429E-ACDD-0457CAE93309}" type="presOf" srcId="{BB623955-77EE-45CA-AA38-EDE4716F55C4}" destId="{7CC5499C-953A-490A-BAF4-C7196CB64485}" srcOrd="0" destOrd="0" presId="urn:microsoft.com/office/officeart/2005/8/layout/architecture"/>
    <dgm:cxn modelId="{E1F91413-6CDD-47B8-954B-C03DE5B7546E}" srcId="{774320B6-3E6C-401B-A131-C751843E7ACC}" destId="{D260F32F-FC11-4872-B0A1-9B55E8CFC012}" srcOrd="0" destOrd="0" parTransId="{8DC812D0-E58B-44AF-ADA0-933009716436}" sibTransId="{A49348BD-71C3-4BED-B566-39B2A1DBEB43}"/>
    <dgm:cxn modelId="{C7399824-F41A-493B-9DA0-A64CEBCFF423}" srcId="{B9BC5470-80AE-4EA1-8C50-A4DBD26289B2}" destId="{BB623955-77EE-45CA-AA38-EDE4716F55C4}" srcOrd="1" destOrd="0" parTransId="{9DCC93A0-AF6E-4B1D-B112-D60D39D96182}" sibTransId="{64248C25-2654-46C2-B9F1-728DC0F1B4B6}"/>
    <dgm:cxn modelId="{3B05C03A-A2FD-42AA-AB0D-F50A79D77AC6}" type="presOf" srcId="{B9BC5470-80AE-4EA1-8C50-A4DBD26289B2}" destId="{C6713F13-E1E6-4E05-9E72-84AFDDD0779F}" srcOrd="0" destOrd="0" presId="urn:microsoft.com/office/officeart/2005/8/layout/architecture"/>
    <dgm:cxn modelId="{1666B945-D882-488F-8F96-D951B1856D88}" srcId="{D260F32F-FC11-4872-B0A1-9B55E8CFC012}" destId="{B9BC5470-80AE-4EA1-8C50-A4DBD26289B2}" srcOrd="1" destOrd="0" parTransId="{DC08E9FC-DD38-4681-AD9D-012D02CB837A}" sibTransId="{0C05C348-89E3-48B0-8FDA-716C4AC9BDF5}"/>
    <dgm:cxn modelId="{2CF0CD4A-BB94-4169-BBA2-60FAEE3F6DB5}" srcId="{D260F32F-FC11-4872-B0A1-9B55E8CFC012}" destId="{D2194203-155B-4218-82AA-98F67DDDBCC8}" srcOrd="0" destOrd="0" parTransId="{A01D4C63-E66C-4F5F-A62D-96AE87A0BB4F}" sibTransId="{45112A39-5B14-40C1-8C8F-9EE51DBBB185}"/>
    <dgm:cxn modelId="{B5E4B956-BCF2-419C-B485-35A722B2211B}" type="presOf" srcId="{D2194203-155B-4218-82AA-98F67DDDBCC8}" destId="{41D44763-3872-4D80-ABD4-E50E2A0B11E4}" srcOrd="0" destOrd="0" presId="urn:microsoft.com/office/officeart/2005/8/layout/architecture"/>
    <dgm:cxn modelId="{93607680-B08B-4058-9E52-126E62D8F4D3}" srcId="{774320B6-3E6C-401B-A131-C751843E7ACC}" destId="{D99B1B8B-27B3-4446-8BE1-BF1DC728300D}" srcOrd="1" destOrd="0" parTransId="{BB64C9D8-6510-4750-9B1A-AA7C02DAA482}" sibTransId="{0B92AC8F-D311-4949-A88C-852629AD0ADE}"/>
    <dgm:cxn modelId="{B8D2D996-3BF7-40EF-9DB2-EF2D584B85DB}" srcId="{B9BC5470-80AE-4EA1-8C50-A4DBD26289B2}" destId="{0BADBA7A-CAEA-41D6-BFC0-7CA3531BF88F}" srcOrd="0" destOrd="0" parTransId="{E9343877-D093-4AD4-94F7-1231DEF4F4DB}" sibTransId="{D376B84D-D6AF-4C36-AAF0-F190B9D4C612}"/>
    <dgm:cxn modelId="{D11E2798-AFBA-4997-A93E-B30AB51CFD40}" type="presOf" srcId="{9B0B8E6C-E839-4CFC-98D9-E808AB5207C7}" destId="{77444563-34D7-46A8-9940-F0642D3F7D49}" srcOrd="0" destOrd="0" presId="urn:microsoft.com/office/officeart/2005/8/layout/architecture"/>
    <dgm:cxn modelId="{4B8ADD9F-976F-4860-AC21-C93DF0172436}" type="presOf" srcId="{E4487CE5-E122-49CF-A242-0058EAB07396}" destId="{E7463D7B-4E60-405D-8D81-6E1F8B15FEAA}" srcOrd="0" destOrd="0" presId="urn:microsoft.com/office/officeart/2005/8/layout/architecture"/>
    <dgm:cxn modelId="{B66651A5-8310-4361-8728-FCF47B81C98E}" srcId="{B9BC5470-80AE-4EA1-8C50-A4DBD26289B2}" destId="{9B0B8E6C-E839-4CFC-98D9-E808AB5207C7}" srcOrd="2" destOrd="0" parTransId="{D8A16C95-F32C-4E27-A366-C82DDBE3438B}" sibTransId="{232711BF-EFAC-4520-84C0-F7184F139E71}"/>
    <dgm:cxn modelId="{CCCFCEA6-CDF4-40FB-BE01-995B8B39C0ED}" type="presOf" srcId="{774320B6-3E6C-401B-A131-C751843E7ACC}" destId="{1067BCAA-2796-4E7A-8FC2-481FEB2B88EA}" srcOrd="0" destOrd="0" presId="urn:microsoft.com/office/officeart/2005/8/layout/architecture"/>
    <dgm:cxn modelId="{88250DC2-0A39-4DF8-9455-3830D8126C3E}" srcId="{D2194203-155B-4218-82AA-98F67DDDBCC8}" destId="{371890CF-2245-45DC-BB36-E7117BC3A529}" srcOrd="1" destOrd="0" parTransId="{8DCF5ABD-BBA7-470A-8852-EBB3364C99D3}" sibTransId="{C65F8295-5BD9-4D2B-843B-6F17BB16E8E7}"/>
    <dgm:cxn modelId="{141AF3C3-4058-461D-82C4-179470FD5526}" srcId="{D2194203-155B-4218-82AA-98F67DDDBCC8}" destId="{E4487CE5-E122-49CF-A242-0058EAB07396}" srcOrd="0" destOrd="0" parTransId="{9F21313E-DA92-4646-A8A9-104658A6792A}" sibTransId="{8CEF8DB1-5F0D-47BB-BEDB-90151815B1BB}"/>
    <dgm:cxn modelId="{4B616BF3-1619-4B07-8EEB-F2C95D44A04D}" type="presOf" srcId="{0BADBA7A-CAEA-41D6-BFC0-7CA3531BF88F}" destId="{BB7C2626-9FCD-4D13-AD7C-4A039BB992D5}" srcOrd="0" destOrd="0" presId="urn:microsoft.com/office/officeart/2005/8/layout/architecture"/>
    <dgm:cxn modelId="{65E195F6-77F3-4479-A03A-F31D58B617E5}" type="presOf" srcId="{371890CF-2245-45DC-BB36-E7117BC3A529}" destId="{E4B90D1B-7707-431D-96BB-D2E400E36BC5}" srcOrd="0" destOrd="0" presId="urn:microsoft.com/office/officeart/2005/8/layout/architecture"/>
    <dgm:cxn modelId="{E881B4F6-CF91-4E06-91AA-F39F625163F9}" type="presOf" srcId="{D260F32F-FC11-4872-B0A1-9B55E8CFC012}" destId="{371024D8-74BF-43DB-B8A2-0573EDF9FB5C}" srcOrd="0" destOrd="0" presId="urn:microsoft.com/office/officeart/2005/8/layout/architecture"/>
    <dgm:cxn modelId="{E1339AF8-60DC-4B6C-A020-1DA730D27BF6}" type="presOf" srcId="{D99B1B8B-27B3-4446-8BE1-BF1DC728300D}" destId="{CB7CF914-67BB-420E-83F7-AB010DD51347}" srcOrd="0" destOrd="0" presId="urn:microsoft.com/office/officeart/2005/8/layout/architecture"/>
    <dgm:cxn modelId="{13E5F4DB-36C3-4A68-8180-7ACCF1194A69}" type="presParOf" srcId="{1067BCAA-2796-4E7A-8FC2-481FEB2B88EA}" destId="{3551B970-F96C-46DD-AAA8-BFCCEC6436E4}" srcOrd="0" destOrd="0" presId="urn:microsoft.com/office/officeart/2005/8/layout/architecture"/>
    <dgm:cxn modelId="{78AE31C9-320F-4B20-B913-D1F533491688}" type="presParOf" srcId="{3551B970-F96C-46DD-AAA8-BFCCEC6436E4}" destId="{371024D8-74BF-43DB-B8A2-0573EDF9FB5C}" srcOrd="0" destOrd="0" presId="urn:microsoft.com/office/officeart/2005/8/layout/architecture"/>
    <dgm:cxn modelId="{DDDCADAB-34D0-4ACA-92D2-4D41F07ED1DC}" type="presParOf" srcId="{3551B970-F96C-46DD-AAA8-BFCCEC6436E4}" destId="{3456CA59-2700-4A44-9907-475084A2E262}" srcOrd="1" destOrd="0" presId="urn:microsoft.com/office/officeart/2005/8/layout/architecture"/>
    <dgm:cxn modelId="{F5F4FC71-1F1A-46E4-8ABA-3A36B5A5E7EB}" type="presParOf" srcId="{3551B970-F96C-46DD-AAA8-BFCCEC6436E4}" destId="{76C73050-FBE3-4A72-844D-CFE34E0B872F}" srcOrd="2" destOrd="0" presId="urn:microsoft.com/office/officeart/2005/8/layout/architecture"/>
    <dgm:cxn modelId="{A92D2434-8A6A-4920-ADDE-78805B738742}" type="presParOf" srcId="{76C73050-FBE3-4A72-844D-CFE34E0B872F}" destId="{DD5C9118-594F-4C13-9948-B348DFACAC33}" srcOrd="0" destOrd="0" presId="urn:microsoft.com/office/officeart/2005/8/layout/architecture"/>
    <dgm:cxn modelId="{6E160A9B-E3C9-479A-BF88-90CE049D5DC3}" type="presParOf" srcId="{DD5C9118-594F-4C13-9948-B348DFACAC33}" destId="{41D44763-3872-4D80-ABD4-E50E2A0B11E4}" srcOrd="0" destOrd="0" presId="urn:microsoft.com/office/officeart/2005/8/layout/architecture"/>
    <dgm:cxn modelId="{BDA78109-FE29-43B2-B42E-0DBED9C8D6DF}" type="presParOf" srcId="{DD5C9118-594F-4C13-9948-B348DFACAC33}" destId="{46AEBF23-E9FD-4460-8327-D9CBCB147E85}" srcOrd="1" destOrd="0" presId="urn:microsoft.com/office/officeart/2005/8/layout/architecture"/>
    <dgm:cxn modelId="{9FD69FBA-AF26-431B-AA35-DEE7728429F0}" type="presParOf" srcId="{DD5C9118-594F-4C13-9948-B348DFACAC33}" destId="{5A52896D-B55D-4878-9C00-CC6049751918}" srcOrd="2" destOrd="0" presId="urn:microsoft.com/office/officeart/2005/8/layout/architecture"/>
    <dgm:cxn modelId="{882A02E6-2AF4-44C3-B2E3-4A2327D0392B}" type="presParOf" srcId="{5A52896D-B55D-4878-9C00-CC6049751918}" destId="{9D20AFA4-8638-4D93-A912-B156C2A8DAD7}" srcOrd="0" destOrd="0" presId="urn:microsoft.com/office/officeart/2005/8/layout/architecture"/>
    <dgm:cxn modelId="{1E93F1C0-CBE7-4769-8D29-EB19760DFA8D}" type="presParOf" srcId="{9D20AFA4-8638-4D93-A912-B156C2A8DAD7}" destId="{E7463D7B-4E60-405D-8D81-6E1F8B15FEAA}" srcOrd="0" destOrd="0" presId="urn:microsoft.com/office/officeart/2005/8/layout/architecture"/>
    <dgm:cxn modelId="{50FAAE90-A1F3-448E-B70B-45B86C2E4441}" type="presParOf" srcId="{9D20AFA4-8638-4D93-A912-B156C2A8DAD7}" destId="{10A3A6E4-5A07-495A-A1B2-58BDD7C6D9AB}" srcOrd="1" destOrd="0" presId="urn:microsoft.com/office/officeart/2005/8/layout/architecture"/>
    <dgm:cxn modelId="{03B0A9BA-0A88-4294-8CA2-BF5BE0EB816D}" type="presParOf" srcId="{5A52896D-B55D-4878-9C00-CC6049751918}" destId="{23A60788-CD5E-4849-83AF-D561CD0F739C}" srcOrd="1" destOrd="0" presId="urn:microsoft.com/office/officeart/2005/8/layout/architecture"/>
    <dgm:cxn modelId="{6C097D1B-57B1-4BCE-A560-8838441ACF11}" type="presParOf" srcId="{5A52896D-B55D-4878-9C00-CC6049751918}" destId="{3DD5ACC7-4074-4442-AE62-0E994F2A1FBE}" srcOrd="2" destOrd="0" presId="urn:microsoft.com/office/officeart/2005/8/layout/architecture"/>
    <dgm:cxn modelId="{F428AFF4-4072-449E-B7B4-C95C121E544F}" type="presParOf" srcId="{3DD5ACC7-4074-4442-AE62-0E994F2A1FBE}" destId="{E4B90D1B-7707-431D-96BB-D2E400E36BC5}" srcOrd="0" destOrd="0" presId="urn:microsoft.com/office/officeart/2005/8/layout/architecture"/>
    <dgm:cxn modelId="{D3225B00-D545-4AC0-91EB-DC11604BD334}" type="presParOf" srcId="{3DD5ACC7-4074-4442-AE62-0E994F2A1FBE}" destId="{6EBF4A06-8592-4359-B1DC-22D9AE3ABB65}" srcOrd="1" destOrd="0" presId="urn:microsoft.com/office/officeart/2005/8/layout/architecture"/>
    <dgm:cxn modelId="{D2303A92-F7E3-4ED9-941E-1ED3CB56D34B}" type="presParOf" srcId="{76C73050-FBE3-4A72-844D-CFE34E0B872F}" destId="{C89150B0-C197-4CBF-A65E-8C4E8FB4968B}" srcOrd="1" destOrd="0" presId="urn:microsoft.com/office/officeart/2005/8/layout/architecture"/>
    <dgm:cxn modelId="{B4C23A48-9C8A-4DFB-923E-D852051E45CE}" type="presParOf" srcId="{76C73050-FBE3-4A72-844D-CFE34E0B872F}" destId="{1387EF7B-194D-4137-9574-C78658AB7093}" srcOrd="2" destOrd="0" presId="urn:microsoft.com/office/officeart/2005/8/layout/architecture"/>
    <dgm:cxn modelId="{5603418F-681F-4A35-9761-83A0E9E67A1E}" type="presParOf" srcId="{1387EF7B-194D-4137-9574-C78658AB7093}" destId="{C6713F13-E1E6-4E05-9E72-84AFDDD0779F}" srcOrd="0" destOrd="0" presId="urn:microsoft.com/office/officeart/2005/8/layout/architecture"/>
    <dgm:cxn modelId="{DB34A310-41C4-4D2D-8A95-BE0BE32FB815}" type="presParOf" srcId="{1387EF7B-194D-4137-9574-C78658AB7093}" destId="{AB4B71DF-978E-4049-95B7-63B0AA95037F}" srcOrd="1" destOrd="0" presId="urn:microsoft.com/office/officeart/2005/8/layout/architecture"/>
    <dgm:cxn modelId="{BF740274-CB77-41FB-B38F-7823ED445DF4}" type="presParOf" srcId="{1387EF7B-194D-4137-9574-C78658AB7093}" destId="{D8C3548F-10B4-4FFF-A48D-04A8EC03DDA7}" srcOrd="2" destOrd="0" presId="urn:microsoft.com/office/officeart/2005/8/layout/architecture"/>
    <dgm:cxn modelId="{534928D9-4A17-465C-A37E-A0B103493835}" type="presParOf" srcId="{D8C3548F-10B4-4FFF-A48D-04A8EC03DDA7}" destId="{9A21E0FA-CAB3-4383-9465-F2CB153459CA}" srcOrd="0" destOrd="0" presId="urn:microsoft.com/office/officeart/2005/8/layout/architecture"/>
    <dgm:cxn modelId="{B7089701-9B43-4438-82F1-D2AD1DE5C7E1}" type="presParOf" srcId="{9A21E0FA-CAB3-4383-9465-F2CB153459CA}" destId="{BB7C2626-9FCD-4D13-AD7C-4A039BB992D5}" srcOrd="0" destOrd="0" presId="urn:microsoft.com/office/officeart/2005/8/layout/architecture"/>
    <dgm:cxn modelId="{384CBB4D-240B-4E21-BE3E-5B6BF3295272}" type="presParOf" srcId="{9A21E0FA-CAB3-4383-9465-F2CB153459CA}" destId="{CFB67CD4-4AD2-4621-85E7-AD028F7645FC}" srcOrd="1" destOrd="0" presId="urn:microsoft.com/office/officeart/2005/8/layout/architecture"/>
    <dgm:cxn modelId="{A7475594-8582-4439-A09B-413DCA47BF94}" type="presParOf" srcId="{D8C3548F-10B4-4FFF-A48D-04A8EC03DDA7}" destId="{21A389D1-BEA5-4E6F-A203-03CD7084D11F}" srcOrd="1" destOrd="0" presId="urn:microsoft.com/office/officeart/2005/8/layout/architecture"/>
    <dgm:cxn modelId="{E56D8D17-1347-4AF3-A7CC-3AF566CD00A5}" type="presParOf" srcId="{D8C3548F-10B4-4FFF-A48D-04A8EC03DDA7}" destId="{9915C122-8E1E-456F-81BF-301A114123BA}" srcOrd="2" destOrd="0" presId="urn:microsoft.com/office/officeart/2005/8/layout/architecture"/>
    <dgm:cxn modelId="{25B579C2-34EB-4202-B9C0-8C6D583042D6}" type="presParOf" srcId="{9915C122-8E1E-456F-81BF-301A114123BA}" destId="{7CC5499C-953A-490A-BAF4-C7196CB64485}" srcOrd="0" destOrd="0" presId="urn:microsoft.com/office/officeart/2005/8/layout/architecture"/>
    <dgm:cxn modelId="{8A6D0096-02D9-420C-AD86-822ACBA8A913}" type="presParOf" srcId="{9915C122-8E1E-456F-81BF-301A114123BA}" destId="{10924890-BD33-425F-8A86-CB6885ED4621}" srcOrd="1" destOrd="0" presId="urn:microsoft.com/office/officeart/2005/8/layout/architecture"/>
    <dgm:cxn modelId="{7AD0A25C-D072-407A-A239-E8310EB32427}" type="presParOf" srcId="{D8C3548F-10B4-4FFF-A48D-04A8EC03DDA7}" destId="{C9A00DD3-74EF-45CD-B853-4C3DADED158E}" srcOrd="3" destOrd="0" presId="urn:microsoft.com/office/officeart/2005/8/layout/architecture"/>
    <dgm:cxn modelId="{B8EC5B5B-1686-4284-B98D-63DD18779FAE}" type="presParOf" srcId="{D8C3548F-10B4-4FFF-A48D-04A8EC03DDA7}" destId="{0406BD58-7804-486C-BC5A-A77841C334E7}" srcOrd="4" destOrd="0" presId="urn:microsoft.com/office/officeart/2005/8/layout/architecture"/>
    <dgm:cxn modelId="{386748BB-379C-4C5C-93C7-86C79E7775DE}" type="presParOf" srcId="{0406BD58-7804-486C-BC5A-A77841C334E7}" destId="{77444563-34D7-46A8-9940-F0642D3F7D49}" srcOrd="0" destOrd="0" presId="urn:microsoft.com/office/officeart/2005/8/layout/architecture"/>
    <dgm:cxn modelId="{7181319E-2F6F-4B3D-BA8A-AA70D4924387}" type="presParOf" srcId="{0406BD58-7804-486C-BC5A-A77841C334E7}" destId="{B62DA98B-E908-4BDF-A5C6-A328703B0008}" srcOrd="1" destOrd="0" presId="urn:microsoft.com/office/officeart/2005/8/layout/architecture"/>
    <dgm:cxn modelId="{007707F0-A98C-42E5-B1C7-8BB3DAD26A2C}" type="presParOf" srcId="{1067BCAA-2796-4E7A-8FC2-481FEB2B88EA}" destId="{B9AAA344-48BD-4C74-B465-20A47850030B}" srcOrd="1" destOrd="0" presId="urn:microsoft.com/office/officeart/2005/8/layout/architecture"/>
    <dgm:cxn modelId="{10BF1FF7-5E59-4A7F-9906-33040E8C61AC}" type="presParOf" srcId="{1067BCAA-2796-4E7A-8FC2-481FEB2B88EA}" destId="{137BEA11-B1E2-41E8-ADCB-ADB1DDB6439B}" srcOrd="2" destOrd="0" presId="urn:microsoft.com/office/officeart/2005/8/layout/architecture"/>
    <dgm:cxn modelId="{F2B4C7B0-9A4A-4E2D-9503-9B8E60CB18F3}" type="presParOf" srcId="{137BEA11-B1E2-41E8-ADCB-ADB1DDB6439B}" destId="{CB7CF914-67BB-420E-83F7-AB010DD51347}" srcOrd="0" destOrd="0" presId="urn:microsoft.com/office/officeart/2005/8/layout/architecture"/>
    <dgm:cxn modelId="{4DA51B01-5CD1-4FA9-BBF2-02D2325BCEA4}" type="presParOf" srcId="{137BEA11-B1E2-41E8-ADCB-ADB1DDB6439B}" destId="{56780CF8-8C9A-4A2B-AAF2-BCA3BA253EF4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C2A16-EDBB-41CA-AE02-B583A24091E6}">
      <dsp:nvSpPr>
        <dsp:cNvPr id="0" name=""/>
        <dsp:cNvSpPr/>
      </dsp:nvSpPr>
      <dsp:spPr>
        <a:xfrm>
          <a:off x="841131" y="1281765"/>
          <a:ext cx="993360" cy="9588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ERP</a:t>
          </a:r>
        </a:p>
      </dsp:txBody>
      <dsp:txXfrm>
        <a:off x="986605" y="1422186"/>
        <a:ext cx="702412" cy="678012"/>
      </dsp:txXfrm>
    </dsp:sp>
    <dsp:sp modelId="{762C6043-0F01-409B-8606-CC632AD5970C}">
      <dsp:nvSpPr>
        <dsp:cNvPr id="0" name=""/>
        <dsp:cNvSpPr/>
      </dsp:nvSpPr>
      <dsp:spPr>
        <a:xfrm rot="16200000">
          <a:off x="1300388" y="1106999"/>
          <a:ext cx="74847" cy="2125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311615" y="1160735"/>
        <a:ext cx="52393" cy="127529"/>
      </dsp:txXfrm>
    </dsp:sp>
    <dsp:sp modelId="{FDAB8070-DEB9-46D7-92C7-EEB568F32EFA}">
      <dsp:nvSpPr>
        <dsp:cNvPr id="0" name=""/>
        <dsp:cNvSpPr/>
      </dsp:nvSpPr>
      <dsp:spPr>
        <a:xfrm>
          <a:off x="911321" y="287562"/>
          <a:ext cx="852981" cy="8529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Forms</a:t>
          </a:r>
        </a:p>
      </dsp:txBody>
      <dsp:txXfrm>
        <a:off x="1036237" y="412478"/>
        <a:ext cx="603149" cy="603149"/>
      </dsp:txXfrm>
    </dsp:sp>
    <dsp:sp modelId="{27BC2015-27C8-4E12-98C3-C2565188B071}">
      <dsp:nvSpPr>
        <dsp:cNvPr id="0" name=""/>
        <dsp:cNvSpPr/>
      </dsp:nvSpPr>
      <dsp:spPr>
        <a:xfrm rot="2286690">
          <a:off x="1751465" y="2029676"/>
          <a:ext cx="128188" cy="2125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55564" y="2060318"/>
        <a:ext cx="89732" cy="127529"/>
      </dsp:txXfrm>
    </dsp:sp>
    <dsp:sp modelId="{582A8C14-22BE-4358-A7AB-39D323B8AA9F}">
      <dsp:nvSpPr>
        <dsp:cNvPr id="0" name=""/>
        <dsp:cNvSpPr/>
      </dsp:nvSpPr>
      <dsp:spPr>
        <a:xfrm>
          <a:off x="1822642" y="2049564"/>
          <a:ext cx="852981" cy="8529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Mobile</a:t>
          </a:r>
        </a:p>
      </dsp:txBody>
      <dsp:txXfrm>
        <a:off x="1947558" y="2174480"/>
        <a:ext cx="603149" cy="603149"/>
      </dsp:txXfrm>
    </dsp:sp>
    <dsp:sp modelId="{0BB9CA71-EBC3-4EF0-BF81-1439E5C89011}">
      <dsp:nvSpPr>
        <dsp:cNvPr id="0" name=""/>
        <dsp:cNvSpPr/>
      </dsp:nvSpPr>
      <dsp:spPr>
        <a:xfrm rot="8485905">
          <a:off x="794271" y="2035644"/>
          <a:ext cx="132142" cy="2125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829590" y="2065795"/>
        <a:ext cx="92499" cy="127529"/>
      </dsp:txXfrm>
    </dsp:sp>
    <dsp:sp modelId="{F93DCA00-08B7-43DB-A099-CED04B8DB3CA}">
      <dsp:nvSpPr>
        <dsp:cNvPr id="0" name=""/>
        <dsp:cNvSpPr/>
      </dsp:nvSpPr>
      <dsp:spPr>
        <a:xfrm>
          <a:off x="0" y="2061374"/>
          <a:ext cx="852981" cy="8529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Web</a:t>
          </a:r>
        </a:p>
      </dsp:txBody>
      <dsp:txXfrm>
        <a:off x="124916" y="2186290"/>
        <a:ext cx="603149" cy="603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024D8-74BF-43DB-B8A2-0573EDF9FB5C}">
      <dsp:nvSpPr>
        <dsp:cNvPr id="0" name=""/>
        <dsp:cNvSpPr/>
      </dsp:nvSpPr>
      <dsp:spPr>
        <a:xfrm>
          <a:off x="273" y="1640885"/>
          <a:ext cx="2905496" cy="754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Finance &amp; Accounting</a:t>
          </a:r>
        </a:p>
      </dsp:txBody>
      <dsp:txXfrm>
        <a:off x="22381" y="1662993"/>
        <a:ext cx="2861280" cy="710610"/>
      </dsp:txXfrm>
    </dsp:sp>
    <dsp:sp modelId="{41D44763-3872-4D80-ABD4-E50E2A0B11E4}">
      <dsp:nvSpPr>
        <dsp:cNvPr id="0" name=""/>
        <dsp:cNvSpPr/>
      </dsp:nvSpPr>
      <dsp:spPr>
        <a:xfrm>
          <a:off x="273" y="821599"/>
          <a:ext cx="1138776" cy="754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Human Resources</a:t>
          </a:r>
        </a:p>
      </dsp:txBody>
      <dsp:txXfrm>
        <a:off x="22381" y="843707"/>
        <a:ext cx="1094560" cy="710610"/>
      </dsp:txXfrm>
    </dsp:sp>
    <dsp:sp modelId="{E7463D7B-4E60-405D-8D81-6E1F8B15FEAA}">
      <dsp:nvSpPr>
        <dsp:cNvPr id="0" name=""/>
        <dsp:cNvSpPr/>
      </dsp:nvSpPr>
      <dsp:spPr>
        <a:xfrm>
          <a:off x="273" y="2314"/>
          <a:ext cx="557676" cy="754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Inventory</a:t>
          </a:r>
        </a:p>
      </dsp:txBody>
      <dsp:txXfrm>
        <a:off x="16607" y="18648"/>
        <a:ext cx="525008" cy="722158"/>
      </dsp:txXfrm>
    </dsp:sp>
    <dsp:sp modelId="{E4B90D1B-7707-431D-96BB-D2E400E36BC5}">
      <dsp:nvSpPr>
        <dsp:cNvPr id="0" name=""/>
        <dsp:cNvSpPr/>
      </dsp:nvSpPr>
      <dsp:spPr>
        <a:xfrm>
          <a:off x="581372" y="2314"/>
          <a:ext cx="557676" cy="754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Purchase</a:t>
          </a:r>
        </a:p>
      </dsp:txBody>
      <dsp:txXfrm>
        <a:off x="597706" y="18648"/>
        <a:ext cx="525008" cy="722158"/>
      </dsp:txXfrm>
    </dsp:sp>
    <dsp:sp modelId="{C6713F13-E1E6-4E05-9E72-84AFDDD0779F}">
      <dsp:nvSpPr>
        <dsp:cNvPr id="0" name=""/>
        <dsp:cNvSpPr/>
      </dsp:nvSpPr>
      <dsp:spPr>
        <a:xfrm>
          <a:off x="1185894" y="821599"/>
          <a:ext cx="1719875" cy="754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Payroll</a:t>
          </a:r>
        </a:p>
      </dsp:txBody>
      <dsp:txXfrm>
        <a:off x="1208002" y="843707"/>
        <a:ext cx="1675659" cy="710610"/>
      </dsp:txXfrm>
    </dsp:sp>
    <dsp:sp modelId="{BB7C2626-9FCD-4D13-AD7C-4A039BB992D5}">
      <dsp:nvSpPr>
        <dsp:cNvPr id="0" name=""/>
        <dsp:cNvSpPr/>
      </dsp:nvSpPr>
      <dsp:spPr>
        <a:xfrm>
          <a:off x="1185894" y="2314"/>
          <a:ext cx="557676" cy="754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Contract</a:t>
          </a:r>
        </a:p>
      </dsp:txBody>
      <dsp:txXfrm>
        <a:off x="1202228" y="18648"/>
        <a:ext cx="525008" cy="722158"/>
      </dsp:txXfrm>
    </dsp:sp>
    <dsp:sp modelId="{7CC5499C-953A-490A-BAF4-C7196CB64485}">
      <dsp:nvSpPr>
        <dsp:cNvPr id="0" name=""/>
        <dsp:cNvSpPr/>
      </dsp:nvSpPr>
      <dsp:spPr>
        <a:xfrm>
          <a:off x="1766993" y="2314"/>
          <a:ext cx="557676" cy="754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Training</a:t>
          </a:r>
        </a:p>
      </dsp:txBody>
      <dsp:txXfrm>
        <a:off x="1783327" y="18648"/>
        <a:ext cx="525008" cy="722158"/>
      </dsp:txXfrm>
    </dsp:sp>
    <dsp:sp modelId="{77444563-34D7-46A8-9940-F0642D3F7D49}">
      <dsp:nvSpPr>
        <dsp:cNvPr id="0" name=""/>
        <dsp:cNvSpPr/>
      </dsp:nvSpPr>
      <dsp:spPr>
        <a:xfrm>
          <a:off x="2348092" y="2314"/>
          <a:ext cx="557676" cy="754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Supply Chain</a:t>
          </a:r>
        </a:p>
      </dsp:txBody>
      <dsp:txXfrm>
        <a:off x="2364426" y="18648"/>
        <a:ext cx="525008" cy="722158"/>
      </dsp:txXfrm>
    </dsp:sp>
    <dsp:sp modelId="{CB7CF914-67BB-420E-83F7-AB010DD51347}">
      <dsp:nvSpPr>
        <dsp:cNvPr id="0" name=""/>
        <dsp:cNvSpPr/>
      </dsp:nvSpPr>
      <dsp:spPr>
        <a:xfrm>
          <a:off x="2999459" y="1009"/>
          <a:ext cx="655058" cy="2394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Project Services Resource Management</a:t>
          </a:r>
        </a:p>
      </dsp:txBody>
      <dsp:txXfrm>
        <a:off x="3018645" y="20195"/>
        <a:ext cx="616686" cy="2356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28-04-2025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59357"/>
            <a:ext cx="7061703" cy="1143000"/>
          </a:xfrm>
        </p:spPr>
        <p:txBody>
          <a:bodyPr/>
          <a:lstStyle/>
          <a:p>
            <a:r>
              <a:rPr dirty="0"/>
              <a:t>ERP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9047" y="2532707"/>
            <a:ext cx="5825905" cy="1337650"/>
          </a:xfrm>
        </p:spPr>
        <p:txBody>
          <a:bodyPr>
            <a:normAutofit fontScale="92500" lnSpcReduction="20000"/>
          </a:bodyPr>
          <a:lstStyle/>
          <a:p>
            <a:pPr algn="ctr"/>
            <a:endParaRPr sz="4000" b="1" dirty="0"/>
          </a:p>
          <a:p>
            <a:pPr marL="0" indent="0" algn="ctr">
              <a:spcAft>
                <a:spcPts val="1000"/>
              </a:spcAft>
              <a:buNone/>
              <a:defRPr sz="2000"/>
            </a:pPr>
            <a:r>
              <a:rPr sz="2800" b="1" dirty="0"/>
              <a:t>Web &amp; Mobile Applications with </a:t>
            </a:r>
            <a:r>
              <a:rPr lang="en-US" sz="2800" b="1" dirty="0"/>
              <a:t>smart</a:t>
            </a:r>
            <a:r>
              <a:rPr sz="2800" b="1" dirty="0"/>
              <a:t> Approvals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1246F-2152-CB1A-4AA1-63198B74F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42" y="1081894"/>
            <a:ext cx="1481363" cy="697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14347824"/>
              </p:ext>
            </p:extLst>
          </p:nvPr>
        </p:nvGraphicFramePr>
        <p:xfrm>
          <a:off x="684796" y="2122896"/>
          <a:ext cx="2675624" cy="299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ight Arrow 6"/>
          <p:cNvSpPr/>
          <p:nvPr/>
        </p:nvSpPr>
        <p:spPr>
          <a:xfrm>
            <a:off x="3609802" y="3446438"/>
            <a:ext cx="529937" cy="12229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522809647"/>
              </p:ext>
            </p:extLst>
          </p:nvPr>
        </p:nvGraphicFramePr>
        <p:xfrm>
          <a:off x="4824190" y="2505570"/>
          <a:ext cx="3654791" cy="2396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94BB8269-BF90-6441-2C87-7979AAB1D383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56258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574" y="1801638"/>
            <a:ext cx="7224667" cy="4771178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Modern ERP for today's businesses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Unified Web &amp; Mobile experience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Integrated Electronic Approval system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Technologies: </a:t>
            </a:r>
            <a:endParaRPr lang="en-US" dirty="0"/>
          </a:p>
          <a:p>
            <a:pPr marL="845820" lvl="2" indent="-342900" algn="justLow">
              <a:spcBef>
                <a:spcPts val="0"/>
              </a:spcBef>
              <a:buFont typeface="Wingdings" panose="05000000000000000000" pitchFamily="2" charset="2"/>
              <a:buChar char="ü"/>
              <a:defRPr sz="2000"/>
            </a:pPr>
            <a:r>
              <a:rPr sz="1800" dirty="0"/>
              <a:t>React.js</a:t>
            </a:r>
            <a:r>
              <a:rPr lang="en-US" sz="1800" dirty="0"/>
              <a:t> &amp;</a:t>
            </a:r>
            <a:r>
              <a:rPr sz="1800" dirty="0"/>
              <a:t> React Native</a:t>
            </a:r>
            <a:r>
              <a:rPr lang="en-US" sz="1800" dirty="0"/>
              <a:t> (TS)</a:t>
            </a:r>
          </a:p>
          <a:p>
            <a:pPr marL="845820" lvl="2" indent="-342900" algn="justLow">
              <a:spcBef>
                <a:spcPts val="0"/>
              </a:spcBef>
              <a:buFont typeface="Wingdings" panose="05000000000000000000" pitchFamily="2" charset="2"/>
              <a:buChar char="ü"/>
              <a:defRPr sz="2000"/>
            </a:pPr>
            <a:r>
              <a:rPr lang="en-US" sz="1800" dirty="0"/>
              <a:t>Material UI </a:t>
            </a:r>
          </a:p>
          <a:p>
            <a:pPr marL="845820" lvl="2" indent="-342900" algn="justLow">
              <a:spcBef>
                <a:spcPts val="0"/>
              </a:spcBef>
              <a:buFont typeface="Wingdings" panose="05000000000000000000" pitchFamily="2" charset="2"/>
              <a:buChar char="ü"/>
              <a:defRPr sz="2000"/>
            </a:pPr>
            <a:r>
              <a:rPr lang="en-US" sz="1800" dirty="0"/>
              <a:t>Git &amp; GitHub, </a:t>
            </a:r>
          </a:p>
          <a:p>
            <a:pPr marL="845820" lvl="2" indent="-342900">
              <a:spcBef>
                <a:spcPts val="0"/>
              </a:spcBef>
              <a:buFont typeface="Wingdings" panose="05000000000000000000" pitchFamily="2" charset="2"/>
              <a:buChar char="ü"/>
              <a:defRPr sz="2000"/>
            </a:pPr>
            <a:r>
              <a:rPr lang="en-US" sz="1800" dirty="0"/>
              <a:t>Express, RESTful APIs, GraphQL APIs, OAuth</a:t>
            </a:r>
          </a:p>
          <a:p>
            <a:pPr marL="845820" lvl="2" indent="-342900">
              <a:spcBef>
                <a:spcPts val="0"/>
              </a:spcBef>
              <a:buFont typeface="Wingdings" panose="05000000000000000000" pitchFamily="2" charset="2"/>
              <a:buChar char="ü"/>
              <a:defRPr sz="2000"/>
            </a:pPr>
            <a:r>
              <a:rPr lang="en-US" sz="1800" dirty="0"/>
              <a:t>Passport.js,</a:t>
            </a:r>
            <a:r>
              <a:rPr sz="1800" dirty="0"/>
              <a:t>Node.js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E2EC3-172E-D3ED-F5F4-9F5C74297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29725E6-2CB1-8502-7F1E-1A270D542647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188" y="2161516"/>
            <a:ext cx="5997921" cy="2908426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Font typeface="Calibri" panose="020F0502020204030204" pitchFamily="34" charset="0"/>
              <a:buChar char="+"/>
              <a:defRPr sz="2000"/>
            </a:pPr>
            <a:r>
              <a:rPr dirty="0"/>
              <a:t>Need for fast, flexible, mobile-first solutions</a:t>
            </a:r>
          </a:p>
          <a:p>
            <a:pPr>
              <a:spcAft>
                <a:spcPts val="1000"/>
              </a:spcAft>
              <a:buFont typeface="Calibri" panose="020F0502020204030204" pitchFamily="34" charset="0"/>
              <a:buChar char="+"/>
              <a:defRPr sz="2000"/>
            </a:pPr>
            <a:r>
              <a:rPr dirty="0"/>
              <a:t>Real-time electronic approvals essential</a:t>
            </a:r>
          </a:p>
          <a:p>
            <a:pPr>
              <a:spcAft>
                <a:spcPts val="1000"/>
              </a:spcAft>
              <a:buFont typeface="Calibri" panose="020F0502020204030204" pitchFamily="34" charset="0"/>
              <a:buChar char="+"/>
              <a:defRPr sz="2000"/>
            </a:pPr>
            <a:r>
              <a:rPr dirty="0"/>
              <a:t>Enhance productivity and decision-making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CB0C1-E247-689A-89DE-1452A44AF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67FFA94-613E-CDFD-867A-5B9A6EE60C6C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Why a New ERP System?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99790"/>
            <a:ext cx="7441949" cy="3777558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Full ERP Modules: Finance, HR, Procurement, Inventory, </a:t>
            </a:r>
            <a:r>
              <a:rPr lang="en-US" dirty="0"/>
              <a:t>Services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Web Application (React.js)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Mobile Application (React Native)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Real-time Notifications &amp; Approvals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Integration with existing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88CC3-3032-B20A-D949-DC76BF012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421F802-7309-FC65-9059-864B856F6977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94EF-69A9-A800-8833-99158834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CA479-BD22-7A50-1803-6F6DBFE6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57" y="1998553"/>
            <a:ext cx="7301619" cy="3849986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buNone/>
            </a:pPr>
            <a:r>
              <a:rPr lang="en-US" b="1" dirty="0"/>
              <a:t>Modern, Responsive UI/UX Design (Web &amp; Mobile - Android &amp; iOS)</a:t>
            </a:r>
          </a:p>
          <a:p>
            <a:pPr algn="just">
              <a:buNone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900" dirty="0"/>
              <a:t>Fully adaptive interfaces for desktop, tablet, and mobile devices.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900" dirty="0"/>
              <a:t>Native performance and experience using platform-specific best practices (Material Design for Android, Human Interface Guidelines for iOS).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900" dirty="0"/>
              <a:t>User-centric design approach: intuitive navigation, clean layouts, and smooth interactions.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900" dirty="0"/>
              <a:t>Light and Dark Mode support for better accessibility and user preference.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900" dirty="0"/>
              <a:t>Optimized for high performance (fast loading, smooth transitions).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2D7F3-7232-1E2C-D31E-78E51B822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851092C-2CB1-6FF1-822E-D8E8089DFC7F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346022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DD68-BA34-BF02-7CBA-B87ED9D4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068E0-5131-F545-F43B-968871208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57" y="1998553"/>
            <a:ext cx="7301619" cy="3849986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buNone/>
            </a:pPr>
            <a:r>
              <a:rPr lang="en-US" b="1" dirty="0"/>
              <a:t>Secure Authentication with Role-Based Access Control (RBAC)</a:t>
            </a:r>
          </a:p>
          <a:p>
            <a:pPr>
              <a:buNone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Multi-layered security protocols including SSL/TLS encryption.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Secure login with options like email/password, OTP, biometric authentication (Face ID, fingerprint).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Role-based access ensures users only see and act on what they are authorized for.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Centralized user management for administrators to easily assign or change roles.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Session management and automatic logout for inactive users.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457E4-FEAE-CCE9-4429-C6951820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7D62B39-41B0-A792-F099-D1BB24481F8F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44149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13784-3118-39B3-CD1E-DA38FDFE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9A1B-210D-1DFD-5FDE-1DC1AD9C8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57" y="1998553"/>
            <a:ext cx="7301619" cy="3849986"/>
          </a:xfrm>
        </p:spPr>
        <p:txBody>
          <a:bodyPr>
            <a:normAutofit/>
          </a:bodyPr>
          <a:lstStyle/>
          <a:p>
            <a:endParaRPr sz="2000" dirty="0"/>
          </a:p>
          <a:p>
            <a:pPr>
              <a:buNone/>
            </a:pPr>
            <a:r>
              <a:rPr lang="en-US" sz="2000" b="1" dirty="0"/>
              <a:t>Seamless Electronic Approval Workflow</a:t>
            </a:r>
          </a:p>
          <a:p>
            <a:pPr>
              <a:buNone/>
            </a:pPr>
            <a:endParaRPr lang="en-US" sz="2000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Digital approval of all requests and transactions.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Configurable multi-level approval workflow based on department, role, or transaction type.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Audit trail and history for every approval action (who approved, when, and comments).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Ability to approve, reject, or delegate tasks.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E2E277-B215-E24F-4B34-FC7F62C6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67621BD-814A-66B5-6C14-79675FE3CAA8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474162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7F1C-90D6-C9F2-DB86-8B3CD88F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A0B9-6807-8CE6-9207-1D82A0A6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57" y="1998553"/>
            <a:ext cx="7301619" cy="38499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Real-Time Push Notifications for Approvals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Instant push notifications for pending approval requests, status updates.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Configurable notification settings based on user preferences (email, mobile push, in-app).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Interactive notifications: users can approve or reject directly from notification.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Notification batching and smart reminders to reduce notification overload.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11F4A-A419-C082-2576-074D584A5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EDC8C30-CF64-4F2C-889B-650CE6B4E8F7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369812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794" y="1865014"/>
            <a:ext cx="6758412" cy="3599249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Frontend: React.js (Web), React Native (Mobile)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Backend: Node.js, Express.js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Database: SQL Server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APIs: RESTful APIs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Authentication: JWT / OAuth2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Deployment: Cloud Hosting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EC5DE-5092-FEA7-F05A-D6DFBF4EF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01571D1-55F0-E201-B73F-C5AEE081FB53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Technology Stack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4602" y="1955549"/>
            <a:ext cx="6722198" cy="3992578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Transaction submission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Routing to approver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Notification to approver (Web &amp; Mobile)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Approve/Reject with comments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Real-time status updates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8430B-F103-D77C-A25C-6A2707DA3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F55A72C-0D71-906E-D2BC-13D22C1663DD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Electronic Approval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073" y="2274495"/>
            <a:ext cx="4074060" cy="3890727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Finalize requirements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Prototype design (4 weeks)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Development phase (16 weeks)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Testing &amp; UAT (4 weeks)</a:t>
            </a:r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v"/>
              <a:defRPr sz="2000"/>
            </a:pPr>
            <a:r>
              <a:rPr dirty="0"/>
              <a:t>Go-Live and Support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CF090D-C5EA-8D53-0C3D-6E23B0CD5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516" y="1848039"/>
            <a:ext cx="2593818" cy="389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873991-0AEA-7EE8-9265-45EBE5B3F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" y="411121"/>
            <a:ext cx="1950117" cy="91877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3437C61-4B51-20EA-991E-0FF7343DD1A3}"/>
              </a:ext>
            </a:extLst>
          </p:cNvPr>
          <p:cNvSpPr txBox="1">
            <a:spLocks/>
          </p:cNvSpPr>
          <p:nvPr/>
        </p:nvSpPr>
        <p:spPr>
          <a:xfrm>
            <a:off x="2555642" y="692778"/>
            <a:ext cx="4813591" cy="44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 Steps &amp;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501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ERP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HASNI ZIED</cp:lastModifiedBy>
  <cp:revision>30</cp:revision>
  <dcterms:created xsi:type="dcterms:W3CDTF">2013-01-27T09:14:16Z</dcterms:created>
  <dcterms:modified xsi:type="dcterms:W3CDTF">2025-04-28T07:29:12Z</dcterms:modified>
  <cp:category/>
</cp:coreProperties>
</file>